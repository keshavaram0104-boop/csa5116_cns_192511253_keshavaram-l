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58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E598-D105-57B3-A6DD-E4C20BF87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A8AC8-1EF8-307E-2074-9AA1FDCAB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D8B31-41E5-C5A0-641E-41AC5B3C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65CC4-840D-7F5B-1A02-6B96538C7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2CDC4-B497-8E4B-CD70-AD388053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13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E3E4-F467-4480-D3BF-2C55A730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C223C-9A95-A7E6-7451-09932DCB1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39550-0FDE-B983-E6EF-2522F7C2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83FBF-3B92-4FB3-44BB-00F368C4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0E156-FADF-9807-C189-B464B0AB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87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44E9-10BA-B407-2A24-D4AC814B1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AD959-8156-F6A5-9016-8AC640093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AEA86-88E2-D695-5678-4E864457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FBEFE-544B-83CF-04B1-3E02ABC5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CB0AF-814A-CD17-C0CC-F49DAAE8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67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598C-D3E3-EE4F-7785-3C497B2C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5712D-4998-C81C-3478-ADB110B48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50E7B-A9C4-B356-229E-731F03608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B4298-5DB2-AF04-4742-2DBEA4B4B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717F-0153-9CE0-AAB2-EBA1185E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E9F2D-3517-F8AE-9D15-29CBBFA3E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51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11B6-5C2D-7D0B-9BEE-A12C2E04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74D64-6850-B284-1DAD-31AF8DC2A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F726C-2E7C-DB36-FD64-E0A927BFD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585A5-8DAC-BCCC-518A-1BC3F3649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C8351-296F-5CB2-4BE7-37B10CED9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E2011-4E87-43BC-8A9D-3CA15DB9B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0BC9D6-EFF2-0C03-6661-9D7EC46DE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51E70-27C3-EDDE-EE39-74A5A2A0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7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AB4F-031B-AAAA-78A9-8AB12941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8051E-95B1-C2B6-D912-815CF215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5DCA3-67FF-D0BD-A41F-CF9F2E60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605DD-47FF-4851-9D0A-1B6B000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56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561A0-AC59-04B2-60E9-28024DFB1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F026B-2FDD-CD96-915D-ECC9B6F9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436E4-8DE5-755F-B5F7-2E08DB60C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21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4DA14-FE45-1FF7-CA53-DE6885A9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883D8-E891-4233-554E-2205C39E5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DEEE0-E488-54EF-7D71-116EAB968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906E9-6086-2C38-FD79-FBB08F728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E8A60-532C-2661-7D52-D83BAB30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A072A-015C-9405-ADAC-7BBCD685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40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FACE-6AF7-A38C-6365-0A4C5C11E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A572F3-4A15-DB19-63F7-3601C4134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E3FB0-3E6E-C42B-3AEA-579C44ED6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D71F6-265B-893A-07F0-E2AC8F89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6ECFD-CFE8-A893-4DA2-092D3646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9E020-66EA-B189-1430-FD86FFA4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26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AC0F-BDCB-148F-506E-3B358383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A186B-BE06-6CDC-0734-62110FACC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8F5B4-D845-AED0-1CDE-C57FC7A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1FAAE-B63B-0A1D-8474-F5E19B36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20FAC-96FB-C7D6-FF8F-A10BA69D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88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11EF1E-F490-EFF8-74AC-7F8689380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1642E-C117-F10B-08D9-6F6B3865B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E4A85-EFAC-603D-7BEF-682100B2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6B58A-CC76-F108-B11F-04D5DCBF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FD7DF-F09E-08D5-0D9A-A0B8F85E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3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4625F-E73F-6FC1-BFDB-1FF37DF5D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B780C-9BB8-F067-C375-EA4F2FBA9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13F98-1102-F8D7-7FB3-BE3AB1374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4E863-26D1-48CB-A9C5-57713EEC5412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F80E-E66A-AA86-7E5E-D9F74C303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40322-EB6C-BAB9-F9C4-9FC502A47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0FBAC-11E5-4E86-B8D0-3FD66E151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03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E066-2A0F-07FA-B87E-332498BA4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2630" y="1128328"/>
            <a:ext cx="8791575" cy="2300672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CIPHER TECHNIQUE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791923-8085-78E4-DC46-7ECEB7E74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573" y="4840902"/>
            <a:ext cx="4268736" cy="1183891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KESHAVARAM L (192511253)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2D216-2F63-D1EA-63D4-C27C1E1C6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9" y="140519"/>
            <a:ext cx="1136650" cy="1346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5A08D5-E68D-4721-1C76-565A24F1C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40519"/>
            <a:ext cx="1524000" cy="13462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DF7CF52-E7F4-0E45-B738-3DD80F209C99}"/>
              </a:ext>
            </a:extLst>
          </p:cNvPr>
          <p:cNvSpPr txBox="1">
            <a:spLocks/>
          </p:cNvSpPr>
          <p:nvPr/>
        </p:nvSpPr>
        <p:spPr>
          <a:xfrm>
            <a:off x="7403691" y="4840901"/>
            <a:ext cx="4268736" cy="1183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E.ANBALAGAN</a:t>
            </a:r>
          </a:p>
        </p:txBody>
      </p:sp>
    </p:spTree>
    <p:extLst>
      <p:ext uri="{BB962C8B-B14F-4D97-AF65-F5344CB8AC3E}">
        <p14:creationId xmlns:p14="http://schemas.microsoft.com/office/powerpoint/2010/main" val="4377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50430-AC3E-9260-1EAC-9A2C705C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EB19A-24E7-BA92-6013-BF3872ECF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48" y="1599482"/>
            <a:ext cx="8069826" cy="449651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Playfair Cipher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symmetric encryption technique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invented by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Charles Wheatstone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1854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was promoted by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 Playfair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after whom it is named.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encrypts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of letters (digraphs)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single letters.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better security than the Caesar Cipher and Monoalphabetic Cipher.</a:t>
            </a:r>
          </a:p>
        </p:txBody>
      </p:sp>
      <p:pic>
        <p:nvPicPr>
          <p:cNvPr id="4" name="Picture 3" descr="Lyon Playfair, 1st Baron Playfair - Wikipedia">
            <a:extLst>
              <a:ext uri="{FF2B5EF4-FFF2-40B4-BE49-F238E27FC236}">
                <a16:creationId xmlns:a16="http://schemas.microsoft.com/office/drawing/2014/main" id="{B5780D90-ED5F-E8E6-4E93-07C622336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364" y="3368469"/>
            <a:ext cx="2381250" cy="23747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 descr="Sir Charles Wheatstone | Electricity, Telegraph, Inventor | Britannica">
            <a:extLst>
              <a:ext uri="{FF2B5EF4-FFF2-40B4-BE49-F238E27FC236}">
                <a16:creationId xmlns:a16="http://schemas.microsoft.com/office/drawing/2014/main" id="{7F84B670-4D91-C68E-077A-AB51B2B6A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987" y="362667"/>
            <a:ext cx="2238375" cy="24001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A185263-DA09-0380-FDD7-B2A316A8CBB3}"/>
              </a:ext>
            </a:extLst>
          </p:cNvPr>
          <p:cNvSpPr txBox="1">
            <a:spLocks/>
          </p:cNvSpPr>
          <p:nvPr/>
        </p:nvSpPr>
        <p:spPr>
          <a:xfrm>
            <a:off x="4703814" y="5674109"/>
            <a:ext cx="4268736" cy="1183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049950F-6444-3328-9533-AD8A056F7F78}"/>
              </a:ext>
            </a:extLst>
          </p:cNvPr>
          <p:cNvSpPr txBox="1">
            <a:spLocks/>
          </p:cNvSpPr>
          <p:nvPr/>
        </p:nvSpPr>
        <p:spPr>
          <a:xfrm>
            <a:off x="8278761" y="2845669"/>
            <a:ext cx="3913239" cy="591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 Charles Wheatstone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E65E07F-B09F-BE20-43DC-B50666BBF4A0}"/>
              </a:ext>
            </a:extLst>
          </p:cNvPr>
          <p:cNvSpPr txBox="1">
            <a:spLocks/>
          </p:cNvSpPr>
          <p:nvPr/>
        </p:nvSpPr>
        <p:spPr>
          <a:xfrm>
            <a:off x="8770375" y="5900929"/>
            <a:ext cx="2910348" cy="591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 Lord Playfair</a:t>
            </a:r>
          </a:p>
        </p:txBody>
      </p:sp>
    </p:spTree>
    <p:extLst>
      <p:ext uri="{BB962C8B-B14F-4D97-AF65-F5344CB8AC3E}">
        <p14:creationId xmlns:p14="http://schemas.microsoft.com/office/powerpoint/2010/main" val="198741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1B45E-0814-0415-2E26-569EBA17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649" y="483243"/>
            <a:ext cx="5591129" cy="5891514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encrypt and decrypt text using pairs of letters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keyword.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× 5 matrix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keyword.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and 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one cell.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the remaining letters of the alphabet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plaintext into pairs.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two letters in a pair are the same.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F6AB7F-BA26-4E26-AF6D-3FF05C6FE073}"/>
              </a:ext>
            </a:extLst>
          </p:cNvPr>
          <p:cNvSpPr txBox="1">
            <a:spLocks/>
          </p:cNvSpPr>
          <p:nvPr/>
        </p:nvSpPr>
        <p:spPr>
          <a:xfrm>
            <a:off x="6751900" y="-763928"/>
            <a:ext cx="5440100" cy="48806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using these rules: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row → Take the next letter to the right.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column → Take the letter below.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 → Replace each letter with the letter in the same row but the other letter's column.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359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AEAE-8BA3-6194-15B5-9B7A7380D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896" y="309451"/>
            <a:ext cx="4166886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3421-1959-4386-10F7-C9EFA3D55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 : HELLO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into pairs : HE  LX  LO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→ CF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LX → SU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 → PM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CFSUPM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34B790A-4E07-A318-F3D3-735DC14E3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921" y="2016236"/>
            <a:ext cx="5684738" cy="397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42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FAF34F-BA42-A69B-4D75-82046BE199C0}"/>
              </a:ext>
            </a:extLst>
          </p:cNvPr>
          <p:cNvSpPr txBox="1">
            <a:spLocks/>
          </p:cNvSpPr>
          <p:nvPr/>
        </p:nvSpPr>
        <p:spPr>
          <a:xfrm>
            <a:off x="925974" y="856527"/>
            <a:ext cx="4347257" cy="46987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 than simple substitution ciphers.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two letters at a time.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 manually.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frequency analysis attacks.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complex calculations.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30293E-D565-5A43-D6B5-94EB5E328FF8}"/>
              </a:ext>
            </a:extLst>
          </p:cNvPr>
          <p:cNvSpPr txBox="1">
            <a:spLocks/>
          </p:cNvSpPr>
          <p:nvPr/>
        </p:nvSpPr>
        <p:spPr>
          <a:xfrm>
            <a:off x="5534627" y="856526"/>
            <a:ext cx="6456745" cy="4698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a 5×5 matrix. I and J are combined.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to modern cryptanalysis.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Slower for long messages.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today's secure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15848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CED629-9D2D-8C42-0F13-17EAC88C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E9A502-706B-4FB0-18A1-DC17BD55BE7F}"/>
              </a:ext>
            </a:extLst>
          </p:cNvPr>
          <p:cNvSpPr txBox="1">
            <a:spLocks/>
          </p:cNvSpPr>
          <p:nvPr/>
        </p:nvSpPr>
        <p:spPr>
          <a:xfrm>
            <a:off x="3836044" y="1594130"/>
            <a:ext cx="4347257" cy="3845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Military communication (historically).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cryptography 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encryption techniques 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Puzzle and coding competitions.</a:t>
            </a:r>
          </a:p>
        </p:txBody>
      </p:sp>
    </p:spTree>
    <p:extLst>
      <p:ext uri="{BB962C8B-B14F-4D97-AF65-F5344CB8AC3E}">
        <p14:creationId xmlns:p14="http://schemas.microsoft.com/office/powerpoint/2010/main" val="670261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285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PLAYFAIR CIPHER TECHNIQUE</vt:lpstr>
      <vt:lpstr>INTRODUCTION</vt:lpstr>
      <vt:lpstr>PowerPoint Presentation</vt:lpstr>
      <vt:lpstr>EXAMPLE</vt:lpstr>
      <vt:lpstr>PowerPoint Presentation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Keshavaram L</dc:creator>
  <cp:lastModifiedBy>Keshavaram L</cp:lastModifiedBy>
  <cp:revision>2</cp:revision>
  <dcterms:created xsi:type="dcterms:W3CDTF">2026-07-14T19:03:35Z</dcterms:created>
  <dcterms:modified xsi:type="dcterms:W3CDTF">2026-07-15T04:50:36Z</dcterms:modified>
</cp:coreProperties>
</file>